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Especificación de Requisitos de Software (ERS)</a:t>
            </a:r>
            <a:endParaRPr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Proyecto: Verdevivo – Tienda de Plantas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Autores: Bastián Olea, Juanpablo Báez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y Ámbito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Definir requisitos del sistema Verdevivo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Catálogo de productos, carrito y formulario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incluye backend ni pagos en línea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Funciones Principales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Catálogo con 12 productos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Búsqueda y filtros por categoría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Carrito: agregar, editar, eliminar, vaciar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Cálculo de totales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Formulario de contacto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 y Restricciones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Usuarios: clientes con conocimientos básicos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Restricciones: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– Sin backend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– Persistencia en LocalStorage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– No hay pagos reales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RF-01: Navegación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RF-02: Catálogo de productos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RF-03: Búsqueda/Filtro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RF-04 a RF-09: Gestión del carrito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RF-10: Formulario de contacto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Rendimiento: &lt;200 ms en acciones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Seguridad: validación en formularios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Fiabilidad: carrito persistente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Disponibilidad: 99% en hosting estático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Portabilidad: navegadores modernos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Futuros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Pasarela de pago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Panel de administración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Autenticación de usuarios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Gestión de inventario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VerdeNido cubre las necesidades básicas de una tienda en línea con catálogo, filtros, carrito y contacto.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Autores: Bastián Olea – Juanpablo Báez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